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A71F-44C7-475F-B65E-D2E5B874C17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8D5E-A700-4CBE-989C-D7558919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18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A71F-44C7-475F-B65E-D2E5B874C17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8D5E-A700-4CBE-989C-D7558919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914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A71F-44C7-475F-B65E-D2E5B874C17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8D5E-A700-4CBE-989C-D7558919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720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A71F-44C7-475F-B65E-D2E5B874C17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8D5E-A700-4CBE-989C-D7558919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028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A71F-44C7-475F-B65E-D2E5B874C17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8D5E-A700-4CBE-989C-D7558919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731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A71F-44C7-475F-B65E-D2E5B874C17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8D5E-A700-4CBE-989C-D7558919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553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A71F-44C7-475F-B65E-D2E5B874C17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8D5E-A700-4CBE-989C-D7558919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857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A71F-44C7-475F-B65E-D2E5B874C17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8D5E-A700-4CBE-989C-D7558919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925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A71F-44C7-475F-B65E-D2E5B874C17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8D5E-A700-4CBE-989C-D7558919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603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A71F-44C7-475F-B65E-D2E5B874C17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8D5E-A700-4CBE-989C-D7558919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290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A71F-44C7-475F-B65E-D2E5B874C17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8D5E-A700-4CBE-989C-D7558919C8FA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2525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A71F-44C7-475F-B65E-D2E5B874C17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8D5E-A700-4CBE-989C-D7558919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262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A71F-44C7-475F-B65E-D2E5B874C17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8D5E-A700-4CBE-989C-D7558919C8F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05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A71F-44C7-475F-B65E-D2E5B874C17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8D5E-A700-4CBE-989C-D7558919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556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A71F-44C7-475F-B65E-D2E5B874C17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8D5E-A700-4CBE-989C-D7558919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500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A71F-44C7-475F-B65E-D2E5B874C17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8D5E-A700-4CBE-989C-D7558919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351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7A71F-44C7-475F-B65E-D2E5B874C17E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2BD8D5E-A700-4CBE-989C-D7558919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5291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A6ADE-5729-4FB9-418F-C6877CF14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696" y="1356852"/>
            <a:ext cx="8121445" cy="2072148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ECOMMERCE DELIVERY ANALYSIS DASHBOARD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8EB85D-1CD2-8E42-D1D9-2A554C7D53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7303" y="4522839"/>
            <a:ext cx="5466736" cy="1455174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By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Kalaiyarasi S</a:t>
            </a:r>
          </a:p>
        </p:txBody>
      </p:sp>
    </p:spTree>
    <p:extLst>
      <p:ext uri="{BB962C8B-B14F-4D97-AF65-F5344CB8AC3E}">
        <p14:creationId xmlns:p14="http://schemas.microsoft.com/office/powerpoint/2010/main" val="4120164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9CDA2-6479-A68B-A4BD-319620B2F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56DF4-7DD9-9FBC-B7A6-2F93C7FD1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00981"/>
            <a:ext cx="8596668" cy="4340382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Ecommerce platforms depend heavily on fast and reliable delivery.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Customer satisfaction directly impacts business growth.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This project analyzes delivery performance and customer feedback using Power BI.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4081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04A80-D1F9-375C-701B-18EDC56FF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1372A-C1F9-29C2-ADB5-9E8D51FE4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6F967-594E-FDFC-C776-A7C0B1DDF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99303"/>
            <a:ext cx="8596668" cy="4242059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Businesses face challenges such as: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Delivery delays,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Customer dissatisfaction,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High refund requests,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Platform performance comparison,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goal is to identify key operational issues using data analytics.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7610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2DD34-AEDB-5BAC-CFD8-C92F96C71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9BD2C-E2DC-F370-2D0B-E0E43448D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3497"/>
            <a:ext cx="8596668" cy="448786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Analyze delivery performance.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Compare ecommerce platforms.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Track customer ratings and feedback.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Identify refund trends.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Improve operational efficiency.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3225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DCFB6-41F9-EA49-D353-49FDDAC1D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1429C-CA1A-4E3E-63DC-B154564E8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10813"/>
            <a:ext cx="8596668" cy="4330549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Tools Used.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Power BI.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Microsoft Excel.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Data Visualization Techniques.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Data Cleaning &amp; Transformation.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6604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68460-7F0C-624B-FDE7-382325FAF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87018-0583-54A8-9C40-DDC514C4A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3161"/>
            <a:ext cx="8596668" cy="44682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The dataset contains: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Order details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Delivery time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Product categories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Customer ratings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Refund information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Platform information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Total records </a:t>
            </a:r>
            <a:r>
              <a:rPr lang="en-IN" dirty="0" err="1"/>
              <a:t>analyzed</a:t>
            </a:r>
            <a:r>
              <a:rPr lang="en-IN" dirty="0"/>
              <a:t>: 100K+</a:t>
            </a:r>
          </a:p>
        </p:txBody>
      </p:sp>
    </p:spTree>
    <p:extLst>
      <p:ext uri="{BB962C8B-B14F-4D97-AF65-F5344CB8AC3E}">
        <p14:creationId xmlns:p14="http://schemas.microsoft.com/office/powerpoint/2010/main" val="1525867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1A360-92F9-5E42-A6F9-0AE5D1518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F3BF-8E8C-0781-5695-172E4B130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69807"/>
            <a:ext cx="8596668" cy="4271556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Data Preparation Steps: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Removed duplicate values,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Handled missing data,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Standardized category names,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Converted data types,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Created calculated measures,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6457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D3D1-FDD1-AC20-92AC-214101A1B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8E370-3692-E8A5-5F0D-6FC4AC856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1987"/>
            <a:ext cx="8596668" cy="3726426"/>
          </a:xfrm>
        </p:spPr>
        <p:txBody>
          <a:bodyPr numCol="2">
            <a:normAutofit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dirty="0"/>
              <a:t>Dashboard Components: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dirty="0"/>
              <a:t>KPI Cards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dirty="0"/>
              <a:t>Pie Chart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dirty="0"/>
              <a:t>Line Chart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dirty="0"/>
              <a:t>Bar Chart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dirty="0"/>
              <a:t>Interactive Slicers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dirty="0"/>
              <a:t>Key metrics displayed: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dirty="0"/>
              <a:t>Average Delivery Time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dirty="0"/>
              <a:t>Total Orders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dirty="0"/>
              <a:t>Service Ratings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dirty="0"/>
              <a:t>Refund Trends</a:t>
            </a:r>
          </a:p>
        </p:txBody>
      </p:sp>
    </p:spTree>
    <p:extLst>
      <p:ext uri="{BB962C8B-B14F-4D97-AF65-F5344CB8AC3E}">
        <p14:creationId xmlns:p14="http://schemas.microsoft.com/office/powerpoint/2010/main" val="3128587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77252F-96D3-AEDF-851A-FDAAA958D8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913" y="850476"/>
            <a:ext cx="7499487" cy="515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186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DFB1E-E1A3-CF42-EB57-2AA2CE292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KPI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F0E0E-D64C-DCEC-4392-A28D96751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12491"/>
            <a:ext cx="8596668" cy="4428872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KPI Insights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Total Customers: 100K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Average Delivery Time: 29.54 Minutes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Total Orders: 100K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Average Service Rating: 3.24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These KPIs provide a quick overview of operational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3674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67112-A832-F9CE-6A42-C3351D8C0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Category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AEEFD-3660-1CDD-44DC-49C9A32E8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99303"/>
            <a:ext cx="8596668" cy="4242059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Product Category Insights.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Personal Care generated the highest order value.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Grocery and Beverages showed strong sales.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Some categories experienced lower service ratings.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7554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B5295-FD57-4E89-F0EE-C132A41F0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Platform Performance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1EEB1-2940-3B35-4C4E-6A19AE9CE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92827"/>
            <a:ext cx="8596668" cy="4448536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/>
              <a:t>Platform Comparison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Compared platforms: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 err="1"/>
              <a:t>Blinkit</a:t>
            </a:r>
            <a:r>
              <a:rPr lang="en-IN" dirty="0"/>
              <a:t>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 err="1"/>
              <a:t>JioMart</a:t>
            </a:r>
            <a:r>
              <a:rPr lang="en-IN" dirty="0"/>
              <a:t>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Swiggy </a:t>
            </a:r>
            <a:r>
              <a:rPr lang="en-IN" dirty="0" err="1"/>
              <a:t>Instamart</a:t>
            </a:r>
            <a:r>
              <a:rPr lang="en-IN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Analysis based on: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Service ratings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Refund requests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Delivery performance</a:t>
            </a:r>
          </a:p>
        </p:txBody>
      </p:sp>
    </p:spTree>
    <p:extLst>
      <p:ext uri="{BB962C8B-B14F-4D97-AF65-F5344CB8AC3E}">
        <p14:creationId xmlns:p14="http://schemas.microsoft.com/office/powerpoint/2010/main" val="3602490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A9616-30C5-657D-7812-BF0B24E4B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Refund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1569C-3DF1-1737-C8C1-300E293DC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2995"/>
            <a:ext cx="8596668" cy="4458368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Refund Request Insights.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Delayed deliveries increased refund requests.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Some platforms had higher refund percentages.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Operational improvements can reduce refund losses.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7982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DCB75-B56F-4695-44F4-9AC568B6C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Satisfaction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5BF8A-27B5-AD63-1768-E9F280928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89471"/>
            <a:ext cx="8596668" cy="4251891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Customer Feedback Analysis: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Faster deliveries improved ratings.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Negative feedback was linked to: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Late deliveries.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Missing items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Wrong item delivery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6931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14219-DE75-60AE-FFDE-AEF4DC3A4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9EB7B-33AB-928D-27A3-BCD1B06FA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4671"/>
            <a:ext cx="8596668" cy="4556691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Business Impact: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This dashboard helps organizations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Improve delivery efficiency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Reduce operational issues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Increase customer retention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Make data-driven business decisions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7149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B6952-C02D-13D9-AB3C-69F446E89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73753-5FF7-BB26-F2B1-D9DE478F0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81317"/>
            <a:ext cx="8596668" cy="4360046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Future Scope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Real-time dashboard updates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AI-based delivery prediction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Sentiment analysis on customer feedback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Integration with cloud databases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3479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48078-F65F-D52A-9EF8-E6BDAF77E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13C04-406A-41B5-9916-3B40789A8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61653"/>
            <a:ext cx="8596668" cy="437971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Ecommerce Delivery Analysis Dashboard successfully provides insights into delivery operations, customer satisfaction, and refund behavior.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project demonstrates the power of Power BI in solving real-world business problems.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00867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5794F-404F-8132-142A-A4E2647C4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842" y="2887579"/>
            <a:ext cx="8502316" cy="1475873"/>
          </a:xfrm>
        </p:spPr>
        <p:txBody>
          <a:bodyPr>
            <a:normAutofit/>
          </a:bodyPr>
          <a:lstStyle/>
          <a:p>
            <a:r>
              <a:rPr lang="en-IN" sz="66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9464869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</TotalTime>
  <Words>411</Words>
  <Application>Microsoft Office PowerPoint</Application>
  <PresentationFormat>Widescreen</PresentationFormat>
  <Paragraphs>105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Algerian</vt:lpstr>
      <vt:lpstr>Arial</vt:lpstr>
      <vt:lpstr>Times New Roman</vt:lpstr>
      <vt:lpstr>Trebuchet MS</vt:lpstr>
      <vt:lpstr>Wingdings</vt:lpstr>
      <vt:lpstr>Wingdings 3</vt:lpstr>
      <vt:lpstr>Facet</vt:lpstr>
      <vt:lpstr>ECOMMERCE DELIVERY ANALYSIS DASHBOARD </vt:lpstr>
      <vt:lpstr>Introduction</vt:lpstr>
      <vt:lpstr>Problem Statement</vt:lpstr>
      <vt:lpstr>Objectives</vt:lpstr>
      <vt:lpstr>Tools &amp; Technologies</vt:lpstr>
      <vt:lpstr>Dataset Details</vt:lpstr>
      <vt:lpstr>Data Cleaning Process</vt:lpstr>
      <vt:lpstr>Dashboard Overview</vt:lpstr>
      <vt:lpstr>PowerPoint Presentation</vt:lpstr>
      <vt:lpstr>KPI Analysis</vt:lpstr>
      <vt:lpstr>Product Category Analysis</vt:lpstr>
      <vt:lpstr>Platform Performance Analysis</vt:lpstr>
      <vt:lpstr>Refund Analysis</vt:lpstr>
      <vt:lpstr>Customer Satisfaction Analysis</vt:lpstr>
      <vt:lpstr>Business Benefits</vt:lpstr>
      <vt:lpstr>Future Enhancements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kalai kavi</dc:creator>
  <cp:lastModifiedBy>kalai kavi</cp:lastModifiedBy>
  <cp:revision>1</cp:revision>
  <dcterms:created xsi:type="dcterms:W3CDTF">2026-05-17T17:07:23Z</dcterms:created>
  <dcterms:modified xsi:type="dcterms:W3CDTF">2026-05-17T18:06:10Z</dcterms:modified>
</cp:coreProperties>
</file>